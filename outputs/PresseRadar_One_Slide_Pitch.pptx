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aa8e92c1c4992" /><Relationship Type="http://schemas.openxmlformats.org/officeDocument/2006/relationships/extended-properties" Target="/docProps/app.xml" Id="R2763683454c04f6c" /><Relationship Type="http://schemas.openxmlformats.org/officeDocument/2006/relationships/officeDocument" Target="/ppt/presentation.xml" Id="Rd81a16cb550e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4f2fc90754aa5"/>
  </p:sldMasterIdLst>
  <p:notesMasterIdLst>
    <p:notesMasterId xmlns:r="http://schemas.openxmlformats.org/officeDocument/2006/relationships" r:id="R48f2734bba4b4bc7"/>
  </p:notesMasterIdLst>
  <p:sldIdLst>
    <p:sldId xmlns:r="http://schemas.openxmlformats.org/officeDocument/2006/relationships" id="256" r:id="R540a8bc6958a4d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b9d65a4063431a" /><Relationship Type="http://schemas.openxmlformats.org/officeDocument/2006/relationships/slideMaster" Target="/ppt/slideMasters/slideMaster1.xml" Id="R2324f2fc90754aa5" /><Relationship Type="http://schemas.openxmlformats.org/officeDocument/2006/relationships/notesMaster" Target="/ppt/notesMasters/notesMaster1.xml" Id="R48f2734bba4b4bc7" /><Relationship Type="http://schemas.openxmlformats.org/officeDocument/2006/relationships/presProps" Target="/ppt/presProps.xml" Id="R42a439ff4d5a4a81" /><Relationship Type="http://schemas.openxmlformats.org/officeDocument/2006/relationships/tableStyles" Target="/ppt/tableStyles.xml" Id="R8ff907caae5e473a" /><Relationship Type="http://schemas.openxmlformats.org/officeDocument/2006/relationships/slide" Target="/ppt/slides/slide1.xml" Id="R540a8bc6958a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1c95a63f3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4d289b1c804189" /><Relationship Type="http://schemas.openxmlformats.org/officeDocument/2006/relationships/notesMaster" Target="/ppt/notesMasters/notesMaster1.xml" Id="R78f587d04946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97f3d286e4c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fc8b85fb04bf6" /><Relationship Type="http://schemas.openxmlformats.org/officeDocument/2006/relationships/slideLayout" Target="/ppt/slideLayouts/slideLayout1.xml" Id="R4b2eea2d252b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eea2d252b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ea87b3e024621" /><Relationship Type="http://schemas.openxmlformats.org/officeDocument/2006/relationships/image" Target="/ppt/media/image.png" Id="Rf0f100ed2f0d4478" /><Relationship Type="http://schemas.openxmlformats.org/officeDocument/2006/relationships/notesSlide" Target="/ppt/notesSlides/notesSlide1.xml" Id="Rbe066af22c39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87E49E-9EB0-4E11-AE48-8F7A1B1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C0DF"/>
          </a:solidFill>
          <a:ln xmlns:a="http://schemas.openxmlformats.org/drawingml/2006/main" w="0">
            <a:solidFill>
              <a:srgbClr val="0CC0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417B-B2BF-4704-AE68-06B893F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100ed2f0d4478"/>
          <a:stretch xmlns:a="http://schemas.openxmlformats.org/drawingml/2006/main"/>
        </p:blipFill>
        <p:spPr>
          <a:xfrm xmlns:a="http://schemas.openxmlformats.org/drawingml/2006/main">
            <a:off x="438150" y="3238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0BFCF-98DC-4BC4-A0E7-CD5EF9B4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172A"/>
                </a:solidFill>
              </a:defRPr>
            </a:pPr>
            <a:r>
              <a:rPr sz="3750" b="1">
                <a:solidFill>
                  <a:srgbClr val="0F172A"/>
                </a:solidFill>
              </a:rPr>
              <a:t>PresseRadar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0F2AA-26D0-4578-94DC-67C148C5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Aus Presse &amp; Studien wird belastbare Marktintelligenz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230E9-2133-42F0-AF15-E138C89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7FC"/>
          </a:solidFill>
          <a:ln xmlns:a="http://schemas.openxmlformats.org/drawingml/2006/main" w="9525">
            <a:solidFill>
              <a:srgbClr val="E0F7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3CD55-7F18-4B3C-A302-D446631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69A1"/>
                </a:solidFill>
              </a:defRPr>
            </a:pPr>
            <a:r>
              <a:rPr sz="1125" b="1">
                <a:solidFill>
                  <a:srgbClr val="0369A1"/>
                </a:solidFill>
              </a:rPr>
              <a:t>AI Challenge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3E972-7998-4A31-9A14-4A272D37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Warum jetzt?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0CEC7-4EB8-413A-9FAC-B6DB656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20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PresseRadar bündelt öffentliche Signale, bewertet sie per KI und macht daraus priorisierte Trends, Risiken und Handlungsimpulse für Management und Fachbereich.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6AE5A-9CA5-4F77-861A-CAACA86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Vom Signal zur Entscheidung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3D61-3CF1-466D-84B7-98AC7F3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B62DA-A152-495E-8836-987030E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14CC9-349F-41B7-A76C-4504ED2E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DDD15-D35B-4E43-9D06-744652FF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C0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5448E-2199-4A72-BA89-CF3E2F7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C0DF"/>
                </a:solidFill>
              </a:defRPr>
            </a:pPr>
            <a:r>
              <a:rPr sz="1200" b="1">
                <a:solidFill>
                  <a:srgbClr val="0CC0D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3E926-FA00-4CCE-9396-A547C59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Quellen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93ED4-3C91-42A8-B22B-9FFCC027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RSS, Scraper, manuelle Artikel, Studien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AFA60-B5A3-4713-B4D1-34EB4318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04414-0FE6-4AF7-AF7D-6BE71A6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BBC8B-2652-4BA0-8076-515583EB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09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CD621-9877-4C79-B970-29492B6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4327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Volltext, Kategorie, Priorität, Tags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D8CDB-72BD-4A2A-920D-711BB67A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77254-9078-45D6-A300-F88197B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0EFDB-3707-4463-82E5-46ADA23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Radar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784E9-A0FC-46F3-A46D-5225ED61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Themen nach Act / Prepare / Monitor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9617A-F10A-4F2C-9ABE-FA2AE893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B231F-3DD6-4397-BA30-8334CD8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8C77C-FE51-47C1-8C86-B01064F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Impuls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A9769-DD7B-4B03-8BAC-EFA1B49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Chancen, Risiken, nächste Maßnahmen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B4C35-E717-4D48-88EF-3D5FD5D7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21D24D-4265-4950-9E57-EC02D91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C0DF"/>
          </a:solidFill>
          <a:ln xmlns:a="http://schemas.openxmlformats.org/drawingml/2006/main" w="0">
            <a:solidFill>
              <a:srgbClr val="0CC0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58534-AF79-41C9-A622-F9E9F9D7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CC0DF"/>
                </a:solidFill>
              </a:defRPr>
            </a:pPr>
            <a:r>
              <a:rPr sz="900" b="1">
                <a:solidFill>
                  <a:srgbClr val="0CC0DF"/>
                </a:solidFill>
              </a:rPr>
              <a:t>UNTERNEHMEN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1E261-F141-44BC-9F9A-E9CDEE3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Früherkennung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6EB2E4-DB50-43B8-9099-428F376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Markt-, Wettbewerbs- und Regulatoriksignale früh im Blick.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A450E0-B8D9-46BA-A8FD-BEAFF8F1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00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2179DF-AF19-48C0-8D21-420F41D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00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69E52-27F9-473B-ADCC-026DB6D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FACHBEREICH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14E24F-87A1-4D90-8F98-6047436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Recherche entlasten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9EDC60-0548-4291-B837-D346DF98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Kuratiertes Wissen, KI-Summaries und Berichte statt Einzelrecherche.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57302E-7F36-4EE4-A591-B46C74CD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87494-6A18-4931-9160-17CEC015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DBE9D-5F1E-4B7E-BACC-ADDA20D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STRATEGIE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E493A5-BD60-459D-B7D3-1AD303A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Markt-Insights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A587C-1177-4A29-9185-0B15B30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Trends aus Presse und Studien nach Relevanz, Horizont und Geschäftsfeld.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DBE5A2-C81C-49C0-8662-D981689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66800"/>
            <a:ext cx="2724150" cy="44005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625171-7E00-405A-A4B9-DF42F7CB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95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KI-Trendradar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2D50E4-49F9-4F8E-961F-87E4DD11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Themen nach Dringlichkeit, Reifegrad und Quellenstärke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06B1A0-FE75-4D01-9DB2-31F4D11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38375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051107-ECDC-40B8-918E-9093D313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76525"/>
            <a:ext cx="1981200" cy="1981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4A3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6DCF1E-27BC-4C40-A2E3-8620693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14675"/>
            <a:ext cx="1104900" cy="1104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4748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69E8D8-F850-4C0F-9F8D-6590772C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667125"/>
            <a:ext cx="116205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C0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3D5DE6-ABB8-4F72-9186-80353C4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433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D3A5B6-4B95-4F09-988D-0E0B976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81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Prepare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9ECE46-865D-43BD-876C-74023EF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479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Monitor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A29AAA-FE9D-4EF7-BF26-A9A40C1E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542997-94A8-4D62-8C08-897CF83F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238" y="39957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589818-A27D-4BD3-A7EF-33166A6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169704-28B0-4B2A-B2D6-281ACF0D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C0D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24572C-57C2-4869-A86B-EC5C9EB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5D5B25-A5DE-4FA9-BA03-6E6BE66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911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Punktgröße = Quellenlage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27B75E-BDAF-4D21-91F7-338F0D4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FFE8B7-F0E7-4717-95F1-D69194B3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Board-Nutzen: ein belegbares Lagebild für Markt, Wettbewerb und Regulierung - priorisiert, schnell teilbar und handlungsorientiert.</a:t>
            </a:r>
          </a:p>
        </p:txBody>
      </p:sp>
    </p:spTree>
    <p:extLst>
      <p:ext uri="{BB962C8B-B14F-4D97-AF65-F5344CB8AC3E}">
        <p14:creationId xmlns:p14="http://schemas.microsoft.com/office/powerpoint/2010/main" val="31789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2026-06-25T10:17:19.9380000Z</dcterms:created>
  <dcterms:modified xsi:type="dcterms:W3CDTF">2026-06-25T10:17:19.9380000Z</dcterms:modified>
</coreProperties>
</file>